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B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0" y="1645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SESSION 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4114800" cy="13716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Inference and ArUco Calibration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0CCE0"/>
                </a:solidFill>
                <a:latin typeface="Arial"/>
              </a:rPr>
              <a:t>From pixels to millimetres — bridging the gap between camera and robot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160520"/>
            <a:ext cx="2286000" cy="36576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78808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⏱  ~3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0A8C0"/>
                </a:solidFill>
                <a:latin typeface="Arial"/>
              </a:rPr>
              <a:t>Tillsammans förändrar vi.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Run a trained segmentation model on images and interpret the output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Understand the pixel-to-mm conversion problem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Perform ArUco-based calibration to compute mm_per_pixel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Convert detected object positions from pixels to physical millimetres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Verify calibration accuracy against a ruler measurement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Session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493776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3350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00:00</a:t>
            </a:r>
          </a:p>
        </p:txBody>
      </p:sp>
      <p:sp>
        <p:nvSpPr>
          <p:cNvPr id="7" name="Rectangle 6"/>
          <p:cNvSpPr/>
          <p:nvPr/>
        </p:nvSpPr>
        <p:spPr>
          <a:xfrm>
            <a:off x="1938528" y="131673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133502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Recap — we have a model, now what?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115214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8836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00:15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8528" y="186537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88366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Inference on saved images — confidence threshold exercise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31720"/>
            <a:ext cx="11521440" cy="493776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432303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00:45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8528" y="2414015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2432303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The calibration problem — pixels vs mm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80360"/>
            <a:ext cx="115214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9809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01:00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38528" y="296265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298094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Break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29000"/>
            <a:ext cx="11521440" cy="493776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5295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01:15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38528" y="351129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352958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ArUco calibration exercise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977639"/>
            <a:ext cx="115214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40782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02:00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38528" y="4059935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57400" y="407822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Apply calibration to inference results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526279"/>
            <a:ext cx="11521440" cy="493776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46268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02:30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38528" y="4608575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462686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Live camera inference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074920"/>
            <a:ext cx="115214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51755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02:45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38528" y="515721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517550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Group results + wrap-up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Running Inference — What the Model Returns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Input:  an image (JPEG/PNG) sent to the Roboflow API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Output (JSON) for each detected object: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• class       — the class label (e.g. ‘circle’)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• confidence  — model certainty 0.0–1.0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• points      — list of (x, y) polygon vertices in pixels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From the polygon we compute the centroid (cx, cy) using image moments.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Exercise: change confidence threshold 0.3 → 0.5 → 0.8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       Observe how detection count changes.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The Calibration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The model outputs positions in pixels  (e.g. cx=847 px, cy=512 px)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The robot needs positions in millimetres  (e.g. x=215 mm, y=130 mm)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We need:    mm_per_pixel  =  physical_distance_mm / distance_pixels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Assumptions that must hold: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• Camera is fixed between capture and pick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• Workspace is flat — all objects on the same plane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• Camera is mounted top-down (no perspective distortion)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If any assumption is violated, accuracy will degrade.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ArUco Markers — How Calibration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An ArUco marker is a square fiducial with a unique ID pattern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We print one at a known physical size (e.g. 50 mm × 50 mm)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Steps: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1. Place the marker flat in the workspace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2. Capture an image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3. Detect the 4 corner points of the marker in pixels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4. Measure the side length in pixels  (C0→C1 distance)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5. Compute:  mm_per_pixel = 50 mm / side_px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Corner C0 of the marker = work object origin (0, 0)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All object positions are reported relative to C0.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Student Exercise — ArUco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5532120" cy="5193792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5B"/>
                </a:solidFill>
                <a:latin typeface="Arial"/>
              </a:rPr>
              <a:t>Calibration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09928"/>
            <a:ext cx="5212080" cy="16459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① Measure the printed marker with a ruler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   → Record the side length in mm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② Enter the measurement in the notebook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   MARKER_SIZE_MM = ___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③ Run the calibration cell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   → Note mm_per_pixel value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④ Record your result in the group log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6792" y="1234440"/>
            <a:ext cx="5532120" cy="5193792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9844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5B"/>
                </a:solidFill>
                <a:latin typeface="Arial"/>
              </a:rPr>
              <a:t>Verification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709928"/>
            <a:ext cx="5212080" cy="16459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Verification step: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Place an object at a known distance from C0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Measure with a ruler  →  X mm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Run verification cell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Compare computed vs measured distance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Goal: error &lt; 5%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If &gt; 10% → recheck marker size or camera tilt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Apply Calibration to Inference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After calibration you have:  mm_per_pixel  and  c0_px (origin in pixels)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For each detected object centroid (px_x, px_y):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wobj_x = (px_x − c0_px[0])  ×  mm_per_pixel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wobj_y = (px_y − c0_px[1])  ×  mm_per_pixel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These coordinates are directly in the robot work object frame.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No manual offset is needed when the work object is defined at C0.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Activate with:  User(N)  on the robot before sending move commands.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80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0" y="3474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Key Takeaway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70432"/>
            <a:ext cx="10360152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“One printed marker, one ruler measurement, and one division turns every pixel in your image into a real-world coordinate the robot understands.”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CF8"/>
                </a:solidFill>
                <a:latin typeface="Arial"/>
              </a:rPr>
              <a:t>Tillsammans förändrar vi.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0ECF8"/>
                </a:solidFill>
                <a:latin typeface="Arial"/>
              </a:rPr>
              <a:t>End of Session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