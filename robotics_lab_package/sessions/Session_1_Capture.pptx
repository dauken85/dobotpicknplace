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164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SESSION 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4114800" cy="13716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System Overview, Safety
and Image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CE0"/>
                </a:solidFill>
                <a:latin typeface="Arial"/>
              </a:rPr>
              <a:t>Understanding the pipeline and building your first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286000" cy="36576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⏱  ~3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A8C0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Understand the full vision-to-pick pipeline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Learn robot safety procedures and emergency stop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Set up the camera station with consistent lighting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Capture a high-quality image dataset for model training (30–50+ images)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Understand what makes a good vs bad training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528" y="131673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13350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Welcome &amp; Pipeline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86537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18836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Teacher Live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4323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41401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2432303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Safety Briefing — every student must acknowledge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296265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298094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Station Setup — robot, camera, lighting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529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351129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352958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Break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77639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4078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01:45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405993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57400" y="40782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Image Capture — varied arrangements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26279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46268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8528" y="460857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46268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Dataset Review as a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7492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912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03:00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515721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57400" y="517550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Wrap-up &amp; preview of Session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Vision-to-Pick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①  Camera captures an image of the workspace</a:t>
            </a:r>
          </a:p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②  Segmentation model detects objects and outlines their shapes</a:t>
            </a:r>
          </a:p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③  Calibration converts pixel positions → physical mm</a:t>
            </a:r>
          </a:p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④  Robot arm moves to the computed pick point and grabs the object</a:t>
            </a:r>
          </a:p>
          <a:p>
            <a:pPr algn="l">
              <a:spcBef>
                <a:spcPts val="300"/>
              </a:spcBef>
            </a:pPr>
            <a:endParaRPr sz="1600" dirty="0">
              <a:solidFill>
                <a:srgbClr val="202020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Each session covers one or two stages of this pipeline.</a:t>
            </a:r>
          </a:p>
          <a:p>
            <a:pPr algn="l">
              <a:spcBef>
                <a:spcPts val="300"/>
              </a:spcBef>
            </a:pPr>
            <a:r>
              <a:rPr sz="1600" dirty="0">
                <a:solidFill>
                  <a:srgbClr val="202020"/>
                </a:solidFill>
                <a:latin typeface="Arial"/>
              </a:rPr>
              <a:t>–  By Session 4 you will run the full loop automatically</a:t>
            </a:r>
            <a:r>
              <a:rPr lang="sv-SE" sz="1600" dirty="0">
                <a:solidFill>
                  <a:srgbClr val="202020"/>
                </a:solidFill>
                <a:latin typeface="Arial"/>
              </a:rPr>
              <a:t>(</a:t>
            </a:r>
            <a:r>
              <a:rPr lang="sv-SE" sz="1600" dirty="0" err="1">
                <a:solidFill>
                  <a:srgbClr val="202020"/>
                </a:solidFill>
                <a:latin typeface="Arial"/>
              </a:rPr>
              <a:t>hopefully</a:t>
            </a:r>
            <a:r>
              <a:rPr lang="sv-SE" sz="1600" dirty="0">
                <a:solidFill>
                  <a:srgbClr val="202020"/>
                </a:solidFill>
                <a:latin typeface="Arial"/>
              </a:rPr>
              <a:t>)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Safety Rules — Read Before You Touch the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Know where the Emergency Stop is — test it before starting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Keep hands clear of the robot workspace during operation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Never change robot speed or workspace limits without teacher approval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Always tell your partner before starting any robot motion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Report any unusual behaviour (jerky moves, error lights) immediately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Teacher must approve your first automated pick sequence</a:t>
            </a:r>
          </a:p>
          <a:p>
            <a:pPr algn="l">
              <a:spcBef>
                <a:spcPts val="300"/>
              </a:spcBef>
            </a:pPr>
            <a:endParaRPr sz="1600">
              <a:solidFill>
                <a:srgbClr val="202020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⚠  Each student must verbally acknowledge these rules before proceeding.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Station Setup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Robot powered on and homed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Basler camera connected and test image captured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Camera position fixed — top-down, centred on workspace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Lighting: diffuse, no strong shadows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Clean, uniform workspace background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Objects placed within camera field of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Software /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Run capture_images.py once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Verify image is sharp and well-exposed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Check: objects are fully visible, not cropped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Check: no mirror reflections from shiny surfaces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If something looks off — tell the teacher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Image Capture — Tips for a Good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Capture at least 30–50 images per group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Vary arrangements: single objects, multiple objects, different positions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Include edge cases: objects touching, near the border, at angles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Keep lighting consistent across all captures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Delete blurry, over-exposed, or poorly-lit images immediately</a:t>
            </a:r>
          </a:p>
          <a:p>
            <a:pPr algn="l">
              <a:spcBef>
                <a:spcPts val="300"/>
              </a:spcBef>
            </a:pPr>
            <a:endParaRPr sz="1600">
              <a:solidFill>
                <a:srgbClr val="202020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Rule of thumb: if you can’t clearly identify the object, the model can’t either.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What Makes a Good Training Dataset?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Diversity — many positions, orientations, and arrangements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Balance — roughly equal images of each object class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Quality — sharp, well-lit, consistent background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Volume — more labelled data → better model (diminishing returns)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Relevance — matches real operating conditions</a:t>
            </a:r>
          </a:p>
          <a:p>
            <a:pPr algn="l">
              <a:spcBef>
                <a:spcPts val="300"/>
              </a:spcBef>
            </a:pPr>
            <a:endParaRPr sz="1600">
              <a:solidFill>
                <a:srgbClr val="202020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Bad data → bad model, no matter how good the algorithm.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Focus on eliminating shadows and background clutter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8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347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70432"/>
            <a:ext cx="103601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“The quality of your dataset directly determines the quality of your model. Garbage in, garbage out.”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8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ECF8"/>
                </a:solidFill>
                <a:latin typeface="Arial"/>
              </a:rPr>
              <a:t>End of Session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633</Words>
  <Application>Microsoft Office PowerPoint</Application>
  <PresentationFormat>Custom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stjern</cp:lastModifiedBy>
  <cp:revision>2</cp:revision>
  <dcterms:created xsi:type="dcterms:W3CDTF">2013-01-27T09:14:16Z</dcterms:created>
  <dcterms:modified xsi:type="dcterms:W3CDTF">2026-05-08T09:34:12Z</dcterms:modified>
  <cp:category/>
</cp:coreProperties>
</file>